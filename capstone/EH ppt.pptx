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30"/>
  </p:notesMasterIdLst>
  <p:sldIdLst>
    <p:sldId id="319" r:id="rId2"/>
    <p:sldId id="444" r:id="rId3"/>
    <p:sldId id="316" r:id="rId4"/>
    <p:sldId id="450" r:id="rId5"/>
    <p:sldId id="449" r:id="rId6"/>
    <p:sldId id="420" r:id="rId7"/>
    <p:sldId id="451" r:id="rId8"/>
    <p:sldId id="443" r:id="rId9"/>
    <p:sldId id="445" r:id="rId10"/>
    <p:sldId id="458" r:id="rId11"/>
    <p:sldId id="448" r:id="rId12"/>
    <p:sldId id="457" r:id="rId13"/>
    <p:sldId id="427" r:id="rId14"/>
    <p:sldId id="462" r:id="rId15"/>
    <p:sldId id="463" r:id="rId16"/>
    <p:sldId id="453" r:id="rId17"/>
    <p:sldId id="454" r:id="rId18"/>
    <p:sldId id="464" r:id="rId19"/>
    <p:sldId id="455" r:id="rId20"/>
    <p:sldId id="465" r:id="rId21"/>
    <p:sldId id="456" r:id="rId22"/>
    <p:sldId id="466" r:id="rId23"/>
    <p:sldId id="469" r:id="rId24"/>
    <p:sldId id="459" r:id="rId25"/>
    <p:sldId id="452" r:id="rId26"/>
    <p:sldId id="468" r:id="rId27"/>
    <p:sldId id="467" r:id="rId28"/>
    <p:sldId id="42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50E0C-B258-4D5B-8F68-2CD4470094D4}" v="5" dt="2026-09-03T12:52:42.1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91" autoAdjust="0"/>
  </p:normalViewPr>
  <p:slideViewPr>
    <p:cSldViewPr>
      <p:cViewPr varScale="1">
        <p:scale>
          <a:sx n="96" d="100"/>
          <a:sy n="96" d="100"/>
        </p:scale>
        <p:origin x="105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sham" userId="b6e36a5ce39058e8" providerId="LiveId" clId="{81D6A188-EA44-4116-A0F7-B381C612CC90}"/>
    <pc:docChg chg="undo custSel delSld modSld">
      <pc:chgData name="s sham" userId="b6e36a5ce39058e8" providerId="LiveId" clId="{81D6A188-EA44-4116-A0F7-B381C612CC90}" dt="2026-09-03T12:52:58.614" v="82" actId="20577"/>
      <pc:docMkLst>
        <pc:docMk/>
      </pc:docMkLst>
      <pc:sldChg chg="addSp modSp mod">
        <pc:chgData name="s sham" userId="b6e36a5ce39058e8" providerId="LiveId" clId="{81D6A188-EA44-4116-A0F7-B381C612CC90}" dt="2026-09-03T12:52:58.614" v="82" actId="20577"/>
        <pc:sldMkLst>
          <pc:docMk/>
          <pc:sldMk cId="1429402621" sldId="319"/>
        </pc:sldMkLst>
        <pc:spChg chg="add mod">
          <ac:chgData name="s sham" userId="b6e36a5ce39058e8" providerId="LiveId" clId="{81D6A188-EA44-4116-A0F7-B381C612CC90}" dt="2026-09-03T12:52:13.839" v="73" actId="1076"/>
          <ac:spMkLst>
            <pc:docMk/>
            <pc:sldMk cId="1429402621" sldId="319"/>
            <ac:spMk id="4" creationId="{7EBA151F-3A34-06C0-10DA-E8516ADFC888}"/>
          </ac:spMkLst>
        </pc:spChg>
        <pc:spChg chg="mod">
          <ac:chgData name="s sham" userId="b6e36a5ce39058e8" providerId="LiveId" clId="{81D6A188-EA44-4116-A0F7-B381C612CC90}" dt="2026-09-03T12:52:58.614" v="82" actId="20577"/>
          <ac:spMkLst>
            <pc:docMk/>
            <pc:sldMk cId="1429402621" sldId="319"/>
            <ac:spMk id="13318" creationId="{00000000-0000-0000-0000-000000000000}"/>
          </ac:spMkLst>
        </pc:spChg>
      </pc:sldChg>
      <pc:sldChg chg="addSp delSp modSp mod">
        <pc:chgData name="s sham" userId="b6e36a5ce39058e8" providerId="LiveId" clId="{81D6A188-EA44-4116-A0F7-B381C612CC90}" dt="2026-09-03T12:48:16.724" v="40" actId="14100"/>
        <pc:sldMkLst>
          <pc:docMk/>
          <pc:sldMk cId="1339373092" sldId="453"/>
        </pc:sldMkLst>
        <pc:picChg chg="add mod modCrop">
          <ac:chgData name="s sham" userId="b6e36a5ce39058e8" providerId="LiveId" clId="{81D6A188-EA44-4116-A0F7-B381C612CC90}" dt="2026-09-03T12:48:16.724" v="40" actId="14100"/>
          <ac:picMkLst>
            <pc:docMk/>
            <pc:sldMk cId="1339373092" sldId="453"/>
            <ac:picMk id="6" creationId="{B06E0DF1-868F-27EB-9A71-5FBA1004ED3C}"/>
          </ac:picMkLst>
        </pc:picChg>
        <pc:picChg chg="del">
          <ac:chgData name="s sham" userId="b6e36a5ce39058e8" providerId="LiveId" clId="{81D6A188-EA44-4116-A0F7-B381C612CC90}" dt="2026-09-03T12:47:39.453" v="34" actId="478"/>
          <ac:picMkLst>
            <pc:docMk/>
            <pc:sldMk cId="1339373092" sldId="453"/>
            <ac:picMk id="7" creationId="{80CF0D52-261F-DF0C-8B2B-65C71B6A7D48}"/>
          </ac:picMkLst>
        </pc:picChg>
      </pc:sldChg>
      <pc:sldChg chg="addSp delSp modSp mod">
        <pc:chgData name="s sham" userId="b6e36a5ce39058e8" providerId="LiveId" clId="{81D6A188-EA44-4116-A0F7-B381C612CC90}" dt="2026-09-03T12:44:28.165" v="26" actId="1076"/>
        <pc:sldMkLst>
          <pc:docMk/>
          <pc:sldMk cId="180782572" sldId="458"/>
        </pc:sldMkLst>
        <pc:picChg chg="add mod">
          <ac:chgData name="s sham" userId="b6e36a5ce39058e8" providerId="LiveId" clId="{81D6A188-EA44-4116-A0F7-B381C612CC90}" dt="2026-09-03T12:44:28.165" v="26" actId="1076"/>
          <ac:picMkLst>
            <pc:docMk/>
            <pc:sldMk cId="180782572" sldId="458"/>
            <ac:picMk id="3" creationId="{6C8D5AD7-8EAE-AC03-82A8-692AFBEABDE5}"/>
          </ac:picMkLst>
        </pc:picChg>
        <pc:picChg chg="del">
          <ac:chgData name="s sham" userId="b6e36a5ce39058e8" providerId="LiveId" clId="{81D6A188-EA44-4116-A0F7-B381C612CC90}" dt="2026-09-03T12:44:20.170" v="23" actId="478"/>
          <ac:picMkLst>
            <pc:docMk/>
            <pc:sldMk cId="180782572" sldId="458"/>
            <ac:picMk id="9" creationId="{A44D82D8-1F6A-F624-CB9A-A74C6B0208F0}"/>
          </ac:picMkLst>
        </pc:picChg>
      </pc:sldChg>
      <pc:sldChg chg="addSp delSp modSp mod">
        <pc:chgData name="s sham" userId="b6e36a5ce39058e8" providerId="LiveId" clId="{81D6A188-EA44-4116-A0F7-B381C612CC90}" dt="2026-09-03T12:43:34.022" v="22" actId="20577"/>
        <pc:sldMkLst>
          <pc:docMk/>
          <pc:sldMk cId="1209075324" sldId="459"/>
        </pc:sldMkLst>
        <pc:spChg chg="mod">
          <ac:chgData name="s sham" userId="b6e36a5ce39058e8" providerId="LiveId" clId="{81D6A188-EA44-4116-A0F7-B381C612CC90}" dt="2026-09-03T12:43:34.022" v="22" actId="20577"/>
          <ac:spMkLst>
            <pc:docMk/>
            <pc:sldMk cId="1209075324" sldId="459"/>
            <ac:spMk id="2" creationId="{AAF09039-1E4C-1958-68DE-A8072FC7AE66}"/>
          </ac:spMkLst>
        </pc:spChg>
        <pc:spChg chg="add del mod">
          <ac:chgData name="s sham" userId="b6e36a5ce39058e8" providerId="LiveId" clId="{81D6A188-EA44-4116-A0F7-B381C612CC90}" dt="2026-09-03T12:42:49.436" v="1" actId="478"/>
          <ac:spMkLst>
            <pc:docMk/>
            <pc:sldMk cId="1209075324" sldId="459"/>
            <ac:spMk id="6" creationId="{5391F8B8-E793-F3DF-FCE4-B1E47C1B382A}"/>
          </ac:spMkLst>
        </pc:spChg>
        <pc:spChg chg="del">
          <ac:chgData name="s sham" userId="b6e36a5ce39058e8" providerId="LiveId" clId="{81D6A188-EA44-4116-A0F7-B381C612CC90}" dt="2026-09-03T12:42:51.965" v="2" actId="478"/>
          <ac:spMkLst>
            <pc:docMk/>
            <pc:sldMk cId="1209075324" sldId="459"/>
            <ac:spMk id="10" creationId="{37A5924D-6B86-3F4D-A814-6153293372EA}"/>
          </ac:spMkLst>
        </pc:spChg>
        <pc:picChg chg="del">
          <ac:chgData name="s sham" userId="b6e36a5ce39058e8" providerId="LiveId" clId="{81D6A188-EA44-4116-A0F7-B381C612CC90}" dt="2026-09-03T12:42:45.003" v="0" actId="478"/>
          <ac:picMkLst>
            <pc:docMk/>
            <pc:sldMk cId="1209075324" sldId="459"/>
            <ac:picMk id="7" creationId="{A0E73560-8206-A360-CC2F-1636D69F9F96}"/>
          </ac:picMkLst>
        </pc:picChg>
        <pc:picChg chg="add mod">
          <ac:chgData name="s sham" userId="b6e36a5ce39058e8" providerId="LiveId" clId="{81D6A188-EA44-4116-A0F7-B381C612CC90}" dt="2026-09-03T12:42:58.845" v="5" actId="1076"/>
          <ac:picMkLst>
            <pc:docMk/>
            <pc:sldMk cId="1209075324" sldId="459"/>
            <ac:picMk id="9" creationId="{62AC161A-4CED-D621-4267-5D1D5EC1D5D8}"/>
          </ac:picMkLst>
        </pc:picChg>
      </pc:sldChg>
      <pc:sldChg chg="del">
        <pc:chgData name="s sham" userId="b6e36a5ce39058e8" providerId="LiveId" clId="{81D6A188-EA44-4116-A0F7-B381C612CC90}" dt="2026-09-03T12:43:24.535" v="6" actId="47"/>
        <pc:sldMkLst>
          <pc:docMk/>
          <pc:sldMk cId="3502877619" sldId="460"/>
        </pc:sldMkLst>
      </pc:sldChg>
      <pc:sldChg chg="del">
        <pc:chgData name="s sham" userId="b6e36a5ce39058e8" providerId="LiveId" clId="{81D6A188-EA44-4116-A0F7-B381C612CC90}" dt="2026-09-03T12:43:25.778" v="7" actId="47"/>
        <pc:sldMkLst>
          <pc:docMk/>
          <pc:sldMk cId="1674638434" sldId="461"/>
        </pc:sldMkLst>
      </pc:sldChg>
      <pc:sldChg chg="addSp delSp modSp mod">
        <pc:chgData name="s sham" userId="b6e36a5ce39058e8" providerId="LiveId" clId="{81D6A188-EA44-4116-A0F7-B381C612CC90}" dt="2026-09-03T12:47:35.372" v="33" actId="1076"/>
        <pc:sldMkLst>
          <pc:docMk/>
          <pc:sldMk cId="3981733623" sldId="462"/>
        </pc:sldMkLst>
        <pc:picChg chg="add mod modCrop">
          <ac:chgData name="s sham" userId="b6e36a5ce39058e8" providerId="LiveId" clId="{81D6A188-EA44-4116-A0F7-B381C612CC90}" dt="2026-09-03T12:47:35.372" v="33" actId="1076"/>
          <ac:picMkLst>
            <pc:docMk/>
            <pc:sldMk cId="3981733623" sldId="462"/>
            <ac:picMk id="6" creationId="{2CB5E8E9-D607-47B3-B847-61741F214101}"/>
          </ac:picMkLst>
        </pc:picChg>
        <pc:picChg chg="del">
          <ac:chgData name="s sham" userId="b6e36a5ce39058e8" providerId="LiveId" clId="{81D6A188-EA44-4116-A0F7-B381C612CC90}" dt="2026-09-03T12:47:01.777" v="27" actId="478"/>
          <ac:picMkLst>
            <pc:docMk/>
            <pc:sldMk cId="3981733623" sldId="462"/>
            <ac:picMk id="7" creationId="{FCEFEC5F-6DED-D1C1-34D1-870D2D0B108E}"/>
          </ac:picMkLst>
        </pc:picChg>
      </pc:sldChg>
      <pc:sldChg chg="addSp delSp modSp mod">
        <pc:chgData name="s sham" userId="b6e36a5ce39058e8" providerId="LiveId" clId="{81D6A188-EA44-4116-A0F7-B381C612CC90}" dt="2026-09-03T12:48:51.420" v="48" actId="14100"/>
        <pc:sldMkLst>
          <pc:docMk/>
          <pc:sldMk cId="3948753521" sldId="464"/>
        </pc:sldMkLst>
        <pc:picChg chg="add mod modCrop">
          <ac:chgData name="s sham" userId="b6e36a5ce39058e8" providerId="LiveId" clId="{81D6A188-EA44-4116-A0F7-B381C612CC90}" dt="2026-09-03T12:48:51.420" v="48" actId="14100"/>
          <ac:picMkLst>
            <pc:docMk/>
            <pc:sldMk cId="3948753521" sldId="464"/>
            <ac:picMk id="6" creationId="{2454294B-9F8C-C4C8-72DA-3AEED4C582E4}"/>
          </ac:picMkLst>
        </pc:picChg>
        <pc:picChg chg="del">
          <ac:chgData name="s sham" userId="b6e36a5ce39058e8" providerId="LiveId" clId="{81D6A188-EA44-4116-A0F7-B381C612CC90}" dt="2026-09-03T12:48:21.976" v="41" actId="478"/>
          <ac:picMkLst>
            <pc:docMk/>
            <pc:sldMk cId="3948753521" sldId="464"/>
            <ac:picMk id="7" creationId="{819B4820-7E03-FDC8-F120-1AC721977F1A}"/>
          </ac:picMkLst>
        </pc:picChg>
      </pc:sldChg>
      <pc:sldChg chg="addSp delSp modSp mod">
        <pc:chgData name="s sham" userId="b6e36a5ce39058e8" providerId="LiveId" clId="{81D6A188-EA44-4116-A0F7-B381C612CC90}" dt="2026-09-03T12:49:21.743" v="54" actId="1076"/>
        <pc:sldMkLst>
          <pc:docMk/>
          <pc:sldMk cId="1058214487" sldId="465"/>
        </pc:sldMkLst>
        <pc:picChg chg="add mod modCrop">
          <ac:chgData name="s sham" userId="b6e36a5ce39058e8" providerId="LiveId" clId="{81D6A188-EA44-4116-A0F7-B381C612CC90}" dt="2026-09-03T12:49:21.743" v="54" actId="1076"/>
          <ac:picMkLst>
            <pc:docMk/>
            <pc:sldMk cId="1058214487" sldId="465"/>
            <ac:picMk id="6" creationId="{52BC6836-D564-CC96-85A4-F17ACBFF854D}"/>
          </ac:picMkLst>
        </pc:picChg>
        <pc:picChg chg="del">
          <ac:chgData name="s sham" userId="b6e36a5ce39058e8" providerId="LiveId" clId="{81D6A188-EA44-4116-A0F7-B381C612CC90}" dt="2026-09-03T12:48:56.414" v="49" actId="478"/>
          <ac:picMkLst>
            <pc:docMk/>
            <pc:sldMk cId="1058214487" sldId="465"/>
            <ac:picMk id="7" creationId="{6D24A227-A91F-24CE-5042-4DEFE3574872}"/>
          </ac:picMkLst>
        </pc:picChg>
      </pc:sldChg>
      <pc:sldChg chg="addSp delSp modSp mod">
        <pc:chgData name="s sham" userId="b6e36a5ce39058e8" providerId="LiveId" clId="{81D6A188-EA44-4116-A0F7-B381C612CC90}" dt="2026-09-03T12:49:49.931" v="60" actId="1076"/>
        <pc:sldMkLst>
          <pc:docMk/>
          <pc:sldMk cId="2363982855" sldId="466"/>
        </pc:sldMkLst>
        <pc:picChg chg="add mod modCrop">
          <ac:chgData name="s sham" userId="b6e36a5ce39058e8" providerId="LiveId" clId="{81D6A188-EA44-4116-A0F7-B381C612CC90}" dt="2026-09-03T12:49:49.931" v="60" actId="1076"/>
          <ac:picMkLst>
            <pc:docMk/>
            <pc:sldMk cId="2363982855" sldId="466"/>
            <ac:picMk id="6" creationId="{963633B5-B41B-ADE1-13A2-4C070E2F2463}"/>
          </ac:picMkLst>
        </pc:picChg>
        <pc:picChg chg="del">
          <ac:chgData name="s sham" userId="b6e36a5ce39058e8" providerId="LiveId" clId="{81D6A188-EA44-4116-A0F7-B381C612CC90}" dt="2026-09-03T12:49:25.496" v="55" actId="478"/>
          <ac:picMkLst>
            <pc:docMk/>
            <pc:sldMk cId="2363982855" sldId="466"/>
            <ac:picMk id="7" creationId="{CEE27A97-9F0D-2F03-09AA-DC062ED67BB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8A71-767C-ED95-6CA9-8CC7945EF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EB7A3-83FC-EEB5-EC4C-677565344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B2655-0FAE-0C64-DBCC-6D8D5A86C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C1607-86E0-B399-1894-628276A8D0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6890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B337-5C48-BDA2-E451-EFA7DB1A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9E5A7-C39E-D3A3-7DDA-AAE2CED5D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29B92-8472-202B-8A83-304928E50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0BB46-6E38-DB98-9991-A8BE2CB21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9897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120A3-FEC3-ADEF-625C-1855A4FC7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CFE0C-C0DF-5D0E-FBB0-CFD022D0D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33F05-F82A-A81B-C514-7DFE2E122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B760B-A6BD-F3EB-515E-8753A2EC59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708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9CC9D-484B-F634-C410-FB1BF1EA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D9436-7DE7-B4F7-C98B-7B000C2F3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F29FC-43AE-FACA-7FC2-811E35C50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D3B51-2DF2-2B15-C95C-F90694BA64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5245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FB521-F9A3-3735-7207-104C9A962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FC17A-309B-87AD-5FA9-9EEFC4DF7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42A78-27D4-A0EE-1E77-CDE32B4CC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54B28-90C1-70EE-117B-5CC1FE593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371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811D-EC9E-7484-99F4-79F9E2BB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84080-E6FA-1F06-7AEA-C3A1A9109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FCD66-DA33-A49C-8555-B1EC895D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427F7-461F-B3F3-31F3-958A539B9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134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671C-78C4-CCB2-5BB3-08AF7526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6046B-CB53-55BB-704C-BD8028AD4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DEDEF-83DC-79B1-8832-1E6244D6A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9C32F-92F5-95BB-34BE-A370CDE37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038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0DE5-D025-358D-1704-04CE70B23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539C4-4256-ABEE-DD53-EF03E021C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A0359-EE63-D8B1-FBE7-1B073406A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FD691-311B-FA3E-68D9-DFC08E8DD5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3715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B1B71-AA92-B987-3E69-2C4EAFA2B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7A582-D72C-9692-70B4-E3900B4DE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AECBF-14BE-FCD8-64C9-FDA025435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24C7E-E709-CDE6-388C-3C8A842D2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1913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1D56-F0E7-4619-0D29-C727005E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B86FD-7C20-5EDF-4A1B-3625396BD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0CFC2-61C5-626A-C672-AC68D3255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05F83-A84B-8818-4597-36F1607A6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132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DFC0-4ED3-01A6-8A49-0958E3D8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478C1-5C0A-7BBC-8CD5-7818146C9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28483-61C2-7A44-0A2A-7D65E3810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23847-4B51-5056-1A60-951C2A0206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9153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1BB93-AB1E-6D4A-2EA8-59C14315C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C1FCF-34A8-F1EC-26FE-52E42CA33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6F89A-76ED-CC35-886D-D0F633252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7A24A-ACD1-EC45-CEAC-942FF73C23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82498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3A789-D774-E089-3B3C-6858E302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8D6B5-59B9-8466-74D2-61231A7ED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D05F7-6535-5F93-1F29-5A206E69F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7FD66-E42B-CE2D-9C08-16DC5F556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95961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EA8AB-F81A-2C11-8444-2E07C01E3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EBF07-F486-4291-04BA-03F3750E8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33477-EBC7-8A63-5BD8-24534AF1A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437BB-A433-A1FA-44A2-265B36C43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589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8F326-018D-76A0-DA49-B1FD3CBF0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7D197-874E-A9AD-44CB-3B5F24729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B1AF5-C1C5-13CD-559B-C7EB778FB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D9218-1D40-ABF3-CDE2-D67D5F0ACD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51179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1C27-4991-091A-DD66-B1DE048F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263AD-7A5F-0EDA-C6FF-53005FC39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CFB15-9D5F-C332-D002-936EF4D3A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50D91-E87A-5678-D74E-5576909C7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38188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DF36-D9D7-4346-3369-56BC08F6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BA623-3351-AAAC-73E1-1BCDC4D1C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761AB-1221-B02B-FF41-E6CB1E9AC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9CBFC-4FBA-AB79-419F-12B6103D2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94966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D6800-9825-B976-6444-9532B89D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0198F-69AE-321C-2EB2-33234CC83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2BE0B-8205-1235-B52C-CDC34F522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A437-8B8D-1781-8715-C678ADE32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0740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2A203-CDCF-D914-DD98-2FEC1447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B9B4A-4D12-AF0F-79C6-A8C5AF37C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F31B8-1D0F-E4ED-E41E-087A91EF9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F269F-ECAD-567E-488C-FA90E2F51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71209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228600" y="1372519"/>
            <a:ext cx="8686800" cy="1370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Capstone Project 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Automated SQL Injection Detection and Prevention</a:t>
            </a:r>
            <a:b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ITA1416-Ethical Hacking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Guided By								Students Name</a:t>
            </a:r>
          </a:p>
          <a:p>
            <a:pPr lvl="1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Ramesh Kumar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			      Professor								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Institute of Saveetha						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SIMATS Engineering						 											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BA151F-3A34-06C0-10DA-E8516ADFC888}"/>
              </a:ext>
            </a:extLst>
          </p:cNvPr>
          <p:cNvSpPr txBox="1"/>
          <p:nvPr/>
        </p:nvSpPr>
        <p:spPr>
          <a:xfrm>
            <a:off x="4669121" y="5062228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Nitheesh Kumar-192325090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Sham- 192325076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Sreekanth-192365030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Sai Kumar-192372080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S.K. Mohammad-19237219</a:t>
            </a: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24" y="2286049"/>
            <a:ext cx="7499349" cy="4070301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is a common web application security vulnerability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manipulate SQL queries through malicious input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database access can result in data leakage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identifies suspicious SQL input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techniques block malicious requests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improve detection capability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helps reduce security risks </a:t>
            </a:r>
          </a:p>
          <a:p>
            <a:pPr lvl="0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71938"/>
            <a:ext cx="4370401" cy="3200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SQL Injection attacks automatically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malicious user inputs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unauthorized database access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query patterns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security alerts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web application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60733B-F305-3A62-D68A-10812517E6DC}"/>
              </a:ext>
            </a:extLst>
          </p:cNvPr>
          <p:cNvSpPr txBox="1"/>
          <p:nvPr/>
        </p:nvSpPr>
        <p:spPr>
          <a:xfrm>
            <a:off x="4697813" y="2424408"/>
            <a:ext cx="43704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SQL Injection attack datasets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and normalize input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relevant attack features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detection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normal and malicious requests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F07E-3949-7DB0-E5E0-24AE3DF3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52E54-7B56-81D5-D3CA-7B30F005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96C34-AB33-A882-BFE7-6EB498289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2420888"/>
            <a:ext cx="7920880" cy="3200400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 frequently interact with databases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are commonly used in database queries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input validation can create vulnerabilities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allows attackers to manipulate database queries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may access, modify, or delete sensitive information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methods may fail against new attack patterns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provides continuous protection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8AF02-A225-E610-F6A8-D6F33FC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037AB08D-F243-02B7-AF75-4C2CE246F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96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891F0-2CDF-E57E-D9A2-D681BC131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7AB2-5068-8F17-D6CD-1B8F155F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98D8-3052-69E5-1AAC-5ACE947B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6E0756C-BB66-3D48-A7AF-0ADDFE978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B299FC5-3555-3AE9-E1CF-C7D0A21C4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10556"/>
              </p:ext>
            </p:extLst>
          </p:nvPr>
        </p:nvGraphicFramePr>
        <p:xfrm>
          <a:off x="533400" y="2418556"/>
          <a:ext cx="8077200" cy="3753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4195491469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5109839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2429626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74601659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665851875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952684624"/>
                    </a:ext>
                  </a:extLst>
                </a:gridCol>
              </a:tblGrid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81826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Kumar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ML-based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656275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Zhang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Query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60877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Elsevier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LSTM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16573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Patel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 Attack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748353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08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7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49" y="1371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09800"/>
            <a:ext cx="7086600" cy="266700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SQL Injection attacks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input validation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manual security analysis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identifying sophisticated payloads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 of unauthorized database access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data leakage and manipulation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signature-based detection limitations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 real-time protection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4A04-4BDC-61E3-4462-BC822182B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762A-C345-D2E5-1CF5-671D016F6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F8190-C2B0-C342-BD08-AEBCD0DFD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14404"/>
            <a:ext cx="7086600" cy="3200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security testing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detection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Firewalls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SQL queries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intrusion detection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activity monitoring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B4626-CB9C-1592-1FD5-0CC32E20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12A6C473-B943-3080-A29D-32404C55C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81A601-5128-6E9E-4207-82CB4DB6B216}"/>
              </a:ext>
            </a:extLst>
          </p:cNvPr>
          <p:cNvSpPr txBox="1"/>
          <p:nvPr/>
        </p:nvSpPr>
        <p:spPr>
          <a:xfrm>
            <a:off x="4800600" y="2077832"/>
            <a:ext cx="46482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rules may miss new attack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continuous rule updates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may occur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ability to detect unknown payloads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is time-consuming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attacks can bypass simple signatures</a:t>
            </a:r>
          </a:p>
        </p:txBody>
      </p:sp>
    </p:spTree>
    <p:extLst>
      <p:ext uri="{BB962C8B-B14F-4D97-AF65-F5344CB8AC3E}">
        <p14:creationId xmlns:p14="http://schemas.microsoft.com/office/powerpoint/2010/main" val="39359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192951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DEF0-AD0C-9BFB-6E5D-7D68B25A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828800"/>
            <a:ext cx="7086600" cy="3200400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User-entered form data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credentials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queries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parameters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 parameters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strings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request logs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datasets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Input: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OR '1'='1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UNION SELECT ...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admin' --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C254-3669-F66B-A4F0-60A2EBE8C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07DF-87B3-B0CD-6BD9-1843A8099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OutCome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1F96E-D82C-D736-7EC3-41537C326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400"/>
            <a:ext cx="7772400" cy="3200400"/>
          </a:xfrm>
        </p:spPr>
        <p:txBody>
          <a:bodyPr>
            <a:no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Input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Allowed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Input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Flagged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Detected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Blocked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probability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Alert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Warning generated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Log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stored for analysis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 Notification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alert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0DEF8-B5D1-580F-FE28-5B88735C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8FD8254A-0F38-B71A-C5A2-F35379A1C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26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7EDD-A0F4-BFA5-ED26-4D4327783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8C59C-E16D-923C-3634-194E323D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 dirty="0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57046DD8-4109-837B-D548-61A92ABA9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8D5AD7-8EAE-AC03-82A8-692AFBEAB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1294792"/>
            <a:ext cx="7812360" cy="520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2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B9B0-24AC-7E5B-953F-9E32171D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3B74-BC1E-F666-9CB0-F4726E26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1135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Sustainable Development Goal (SDG)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0685F-D258-E136-F318-FB39EBED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38EE094-0880-C93B-26EF-1CB4373E4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3340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BC9CD6A-946D-BCFB-51C4-79CF6532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117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CE38-87E1-16DD-7917-E4CC93DDCEB1}"/>
              </a:ext>
            </a:extLst>
          </p:cNvPr>
          <p:cNvSpPr txBox="1">
            <a:spLocks/>
          </p:cNvSpPr>
          <p:nvPr/>
        </p:nvSpPr>
        <p:spPr>
          <a:xfrm>
            <a:off x="930275" y="2001028"/>
            <a:ext cx="7772400" cy="48243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SDG 9 – Industry, Innovation and Infrastructure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 innovation and build secure and resilient digital infrastructure.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SDG 11 – Sustainable Cities and Communities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safer digital services and secure smart infrastructure.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SDG 16 – Peace, Justice and Strong Institutions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 secure, accountable and reliable digital systems.</a:t>
            </a:r>
          </a:p>
        </p:txBody>
      </p:sp>
    </p:spTree>
    <p:extLst>
      <p:ext uri="{BB962C8B-B14F-4D97-AF65-F5344CB8AC3E}">
        <p14:creationId xmlns:p14="http://schemas.microsoft.com/office/powerpoint/2010/main" val="342250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5BD21-7181-ED34-079C-0DDE3E3EA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C6B2-4EB8-FCC6-9360-9F9EA403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METHODOLOGY AND ALGORITHM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23551-18A4-C504-865B-450D62D8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 dirty="0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10A4B57-1D3F-657A-D73D-C2C4F99B3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3E5D80-A920-B6FD-CDA5-D0801A507DE8}"/>
              </a:ext>
            </a:extLst>
          </p:cNvPr>
          <p:cNvSpPr txBox="1"/>
          <p:nvPr/>
        </p:nvSpPr>
        <p:spPr>
          <a:xfrm>
            <a:off x="1187624" y="2492896"/>
            <a:ext cx="457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Dataset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Preprocessing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SQL Query Normalization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Feature Extraction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Machine Learning Model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Model Training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2B6A6-5562-5C6E-CFE8-B066D0AE56C2}"/>
              </a:ext>
            </a:extLst>
          </p:cNvPr>
          <p:cNvSpPr txBox="1"/>
          <p:nvPr/>
        </p:nvSpPr>
        <p:spPr>
          <a:xfrm>
            <a:off x="4661535" y="306896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Testing &amp; Evaluation</a:t>
            </a:r>
            <a:br>
              <a:rPr lang="en-IN" sz="1800" dirty="0"/>
            </a:br>
            <a:r>
              <a:rPr lang="en-IN" sz="1800" dirty="0"/>
              <a:t>↓</a:t>
            </a:r>
            <a:br>
              <a:rPr lang="en-IN" sz="1800" dirty="0"/>
            </a:br>
            <a:r>
              <a:rPr lang="en-IN" sz="1800" b="1" dirty="0"/>
              <a:t>Real-Time Detection</a:t>
            </a:r>
            <a:br>
              <a:rPr lang="en-IN" sz="1800" dirty="0"/>
            </a:br>
            <a:r>
              <a:rPr lang="en-IN" sz="1800" dirty="0"/>
              <a:t>↓</a:t>
            </a:r>
            <a:br>
              <a:rPr lang="en-IN" sz="1800" dirty="0"/>
            </a:br>
            <a:r>
              <a:rPr lang="en-IN" sz="1800" b="1" dirty="0"/>
              <a:t>Attack Prevention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7811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1: DATASET COLLECTION &amp; PREPARATION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899592" y="2420888"/>
            <a:ext cx="4343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Development Activities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SQL Injection datasets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normal SQL queries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malicious SQL payloads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irrelevant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normal and malicious samples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dataset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C570A-C426-57C9-5D55-97BDA31A092F}"/>
              </a:ext>
            </a:extLst>
          </p:cNvPr>
          <p:cNvSpPr txBox="1"/>
          <p:nvPr/>
        </p:nvSpPr>
        <p:spPr>
          <a:xfrm>
            <a:off x="5652120" y="3050625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Labelled SQL queries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classes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Training-ready data</a:t>
            </a: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85E54-48F5-6517-388C-5FA8B32F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14DB-F8D9-B75F-1199-22F1443A7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1: DATASET COLLECTION &amp; PREPARATION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87DA4-C196-6709-15CC-E005EFC1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5688AA51-0871-8AB7-1F39-DB2CA9EF1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B5E8E9-D607-47B3-B847-61741F2141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7325" b="47637"/>
          <a:stretch>
            <a:fillRect/>
          </a:stretch>
        </p:blipFill>
        <p:spPr>
          <a:xfrm>
            <a:off x="2195736" y="2426288"/>
            <a:ext cx="3960440" cy="423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33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494D-B070-2686-BADD-B6D63C45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1661-3C57-F781-31C5-3443FFE7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92480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fr-F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2: IMAGE PREPROCESSING &amp; AUGMENTATION</a:t>
            </a: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37867-D9D7-A4D4-DCB3-22AB177C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947801E-DDD1-99CA-7C04-D1AE42598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2926C7-066F-39F9-8084-63834525D364}"/>
              </a:ext>
            </a:extLst>
          </p:cNvPr>
          <p:cNvSpPr txBox="1"/>
          <p:nvPr/>
        </p:nvSpPr>
        <p:spPr>
          <a:xfrm>
            <a:off x="838200" y="2828836"/>
            <a:ext cx="4343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Activities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input into standard format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unnecessary spaces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characters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SQL keywords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special characters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quotation marks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operators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SQL comments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 length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numerical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B1D2FC-F452-D75B-BBC2-438140900A98}"/>
              </a:ext>
            </a:extLst>
          </p:cNvPr>
          <p:cNvSpPr txBox="1"/>
          <p:nvPr/>
        </p:nvSpPr>
        <p:spPr>
          <a:xfrm>
            <a:off x="4953000" y="319968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query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SQL input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security features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Model-ready dataset</a:t>
            </a:r>
          </a:p>
        </p:txBody>
      </p:sp>
    </p:spTree>
    <p:extLst>
      <p:ext uri="{BB962C8B-B14F-4D97-AF65-F5344CB8AC3E}">
        <p14:creationId xmlns:p14="http://schemas.microsoft.com/office/powerpoint/2010/main" val="1475542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CD87-E760-4B7C-B35D-43DC2979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3D7F-5564-66DB-57E6-9C57A9BC2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92480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fr-F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2: IMAGE PREPROCESSING &amp; AUGMENTATION</a:t>
            </a: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A5BD3-BFD9-73CE-7EE0-A345E97C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03E18A2F-5E13-EFDC-5200-6479CE972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6E0DF1-868F-27EB-9A71-5FBA1004ED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75" r="35825" b="47637"/>
          <a:stretch>
            <a:fillRect/>
          </a:stretch>
        </p:blipFill>
        <p:spPr>
          <a:xfrm>
            <a:off x="2843808" y="2420888"/>
            <a:ext cx="3683528" cy="408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73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734B-68DD-11E9-EC92-DC9EBB43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0F48-9900-E699-8E7C-485A5FA6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3: TRANSFER LEARNING MODEL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8A178-4484-F400-6B63-DD63C4A9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CF87385-73B9-8068-EB3A-A01689760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CDE2DC-EEAC-D2CE-2BDB-456A8EA07B9A}"/>
              </a:ext>
            </a:extLst>
          </p:cNvPr>
          <p:cNvSpPr txBox="1"/>
          <p:nvPr/>
        </p:nvSpPr>
        <p:spPr>
          <a:xfrm>
            <a:off x="647514" y="2753261"/>
            <a:ext cx="4343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Activities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detection algorithm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training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queries into numerical features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classification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model parameters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unseen SQL queries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trained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8900D-1602-5937-5D35-0B3A443247A7}"/>
              </a:ext>
            </a:extLst>
          </p:cNvPr>
          <p:cNvSpPr txBox="1"/>
          <p:nvPr/>
        </p:nvSpPr>
        <p:spPr>
          <a:xfrm>
            <a:off x="4992780" y="3042674"/>
            <a:ext cx="41512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detection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Normal/Malicious classification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confidence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metrics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model</a:t>
            </a:r>
          </a:p>
        </p:txBody>
      </p:sp>
    </p:spTree>
    <p:extLst>
      <p:ext uri="{BB962C8B-B14F-4D97-AF65-F5344CB8AC3E}">
        <p14:creationId xmlns:p14="http://schemas.microsoft.com/office/powerpoint/2010/main" val="2560637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E9CC-8CFE-2EE6-794B-649EEC05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23F3-709A-565F-4BA9-84C9FDA82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3: TRANSFER LEARNING MODEL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D6592-C5BC-4636-D653-B8BF6806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400DB27B-B8F6-B7D6-783F-FAFC82605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54294B-9F8C-C4C8-72DA-3AEED4C582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750" b="47637"/>
          <a:stretch>
            <a:fillRect/>
          </a:stretch>
        </p:blipFill>
        <p:spPr>
          <a:xfrm>
            <a:off x="2843808" y="2316162"/>
            <a:ext cx="4176464" cy="425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53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F544-2C36-12EB-FE4D-9B89EC64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9216C-A6DA-8217-BAC3-F25BBDEC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4: REAL-TIME FIRE &amp; SMOKE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EBEDB-7264-6EAD-1529-97252B39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19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2BED6DE2-CB31-8660-BDF3-899CDB6D8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F850D9-8562-2108-A54D-1AA7B2B926B6}"/>
              </a:ext>
            </a:extLst>
          </p:cNvPr>
          <p:cNvSpPr txBox="1"/>
          <p:nvPr/>
        </p:nvSpPr>
        <p:spPr>
          <a:xfrm>
            <a:off x="780319" y="2566492"/>
            <a:ext cx="4343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Activities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detection system with web application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incoming requests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parameters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SQL-related input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security features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real-time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confidence score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malicious requests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detection result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56090-4A2A-A260-818B-07F712DED13C}"/>
              </a:ext>
            </a:extLst>
          </p:cNvPr>
          <p:cNvSpPr txBox="1"/>
          <p:nvPr/>
        </p:nvSpPr>
        <p:spPr>
          <a:xfrm>
            <a:off x="5130413" y="3260441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request identification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identification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display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record </a:t>
            </a:r>
          </a:p>
        </p:txBody>
      </p:sp>
    </p:spTree>
    <p:extLst>
      <p:ext uri="{BB962C8B-B14F-4D97-AF65-F5344CB8AC3E}">
        <p14:creationId xmlns:p14="http://schemas.microsoft.com/office/powerpoint/2010/main" val="680461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0B800-BC8B-5256-B0FB-E172CC15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D343-8DFA-00B9-F6F0-AC7103738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4: REAL-TIME FIRE &amp; SMOKE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2A464-81D3-97CC-5546-66997022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20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2F2EDB3F-E3A2-D592-DB7E-AFE7D21A9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BC6836-D564-CC96-85A4-F17ACBFF85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362" r="49212"/>
          <a:stretch>
            <a:fillRect/>
          </a:stretch>
        </p:blipFill>
        <p:spPr>
          <a:xfrm>
            <a:off x="1313892" y="2335837"/>
            <a:ext cx="6516216" cy="407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14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A26AC-85C9-1387-59CE-12B6E4BB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3D58-36EE-5F40-1937-77CA1B26F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5: ALERT SYSTEM &amp; PERFORMANCE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14AC3-A35C-5089-F986-5C4417F6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21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238CDD2-7B7D-3AC0-142B-22FF984CB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CD461F-DF0B-B4A8-4C2F-B0797AABC4C8}"/>
              </a:ext>
            </a:extLst>
          </p:cNvPr>
          <p:cNvSpPr txBox="1"/>
          <p:nvPr/>
        </p:nvSpPr>
        <p:spPr>
          <a:xfrm>
            <a:off x="804538" y="2708920"/>
            <a:ext cx="4343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Activities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malicious requests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input validation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parameterized queries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security alerts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attack logs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accuracy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precision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recall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F1-score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060DA-BAAB-CCB4-F275-2D340718339F}"/>
              </a:ext>
            </a:extLst>
          </p:cNvPr>
          <p:cNvSpPr txBox="1"/>
          <p:nvPr/>
        </p:nvSpPr>
        <p:spPr>
          <a:xfrm>
            <a:off x="5130413" y="3260441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attack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warning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history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report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readiness </a:t>
            </a:r>
          </a:p>
        </p:txBody>
      </p:sp>
    </p:spTree>
    <p:extLst>
      <p:ext uri="{BB962C8B-B14F-4D97-AF65-F5344CB8AC3E}">
        <p14:creationId xmlns:p14="http://schemas.microsoft.com/office/powerpoint/2010/main" val="3187634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6FC1-B358-5E35-25C5-83FE25451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0DA5-1ABD-CABC-89C3-C58583F75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5: ALERT SYSTEM &amp; PERFORMANCE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EE3E7-8561-558E-B20A-BE0E0A88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22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2337B8F0-3231-853A-9779-96AA7FD55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3633B5-B41B-ADE1-13A2-4C070E2F24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575" t="53544"/>
          <a:stretch>
            <a:fillRect/>
          </a:stretch>
        </p:blipFill>
        <p:spPr>
          <a:xfrm>
            <a:off x="1475435" y="2504126"/>
            <a:ext cx="6372200" cy="407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82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D979-4AB8-1BE1-F5CA-B962CE3D8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FD469-B431-A55E-A071-16857E1E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60631-9D0C-06C9-4284-6C78663FA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E3E9E-1641-2A23-D790-ED269DA1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1F0EE-F4B6-8263-644E-96834F3A0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84784"/>
            <a:ext cx="7960610" cy="422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41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9039-1E4C-1958-68DE-A8072FC7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page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A531A-D806-D8FB-C417-7BDEFDF9D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66FA8-FA4A-841E-F181-BF20D09B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AC161A-4CED-D621-4267-5D1D5EC1D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84784"/>
            <a:ext cx="8515350" cy="452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75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3AB83-B2B1-18F9-39B0-1BA709A4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8A25-5F53-DCBE-7975-5C981C81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FUTURE ENHANCEMENTS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FED8F-EC90-2E0E-6EDF-CE483FD9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7F4BC68-E5CA-2E67-179C-D899E9070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9773A0-3D26-BFED-3974-D11DB88E30DB}"/>
              </a:ext>
            </a:extLst>
          </p:cNvPr>
          <p:cNvSpPr txBox="1"/>
          <p:nvPr/>
        </p:nvSpPr>
        <p:spPr>
          <a:xfrm>
            <a:off x="813535" y="2420888"/>
            <a:ext cx="80772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SQL Injection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 Application Firewall integration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security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attack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Multi-application protection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model learning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anomaly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threat intelligence integration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 security administrators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previously unseen attack patterns</a:t>
            </a:r>
          </a:p>
        </p:txBody>
      </p:sp>
    </p:spTree>
    <p:extLst>
      <p:ext uri="{BB962C8B-B14F-4D97-AF65-F5344CB8AC3E}">
        <p14:creationId xmlns:p14="http://schemas.microsoft.com/office/powerpoint/2010/main" val="2850170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FE39F-F20A-7381-3D25-CDF721B7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6B49-D26F-237B-2B4F-3BF020D33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1308263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BC875-C3B4-9B00-C252-ADA059DD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4F911077-3F91-CCD0-C844-560466215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3F9138-6F3C-8D4A-EAB3-ECF6866CCF16}"/>
              </a:ext>
            </a:extLst>
          </p:cNvPr>
          <p:cNvSpPr txBox="1"/>
          <p:nvPr/>
        </p:nvSpPr>
        <p:spPr>
          <a:xfrm>
            <a:off x="838200" y="2209800"/>
            <a:ext cx="8077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depends on dataset quality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attack techniques may not always be detected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Obfuscated payloads can be difficult to classify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may occur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SQL queries require careful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requires computational resources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Poorly configured prevention mechanisms may affect legitimate requests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dataset and model updates are required</a:t>
            </a:r>
          </a:p>
        </p:txBody>
      </p:sp>
    </p:spTree>
    <p:extLst>
      <p:ext uri="{BB962C8B-B14F-4D97-AF65-F5344CB8AC3E}">
        <p14:creationId xmlns:p14="http://schemas.microsoft.com/office/powerpoint/2010/main" val="3974653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9610-1080-2BCA-8434-F53080E85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CBC4-7A09-B829-F39B-0F2516D1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0C7F5-4FE9-37AB-DBDA-BD56F0BE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27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A6BA63E-3D2A-F0DB-DA58-1E2D2EB6B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D038BA-9EA2-632F-C3BC-F49B16C70BC2}"/>
              </a:ext>
            </a:extLst>
          </p:cNvPr>
          <p:cNvSpPr txBox="1"/>
          <p:nvPr/>
        </p:nvSpPr>
        <p:spPr>
          <a:xfrm>
            <a:off x="838200" y="2828836"/>
            <a:ext cx="8077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→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threatens web applications and databases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→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machine-learning-based SQL Injection detection and prevention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→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attack detection, reduced unauthorized access and improved database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Value →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Intelligent, automated and scalable web application security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Workflow: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→ Classify → Block → Alert → Log</a:t>
            </a:r>
          </a:p>
        </p:txBody>
      </p:sp>
    </p:spTree>
    <p:extLst>
      <p:ext uri="{BB962C8B-B14F-4D97-AF65-F5344CB8AC3E}">
        <p14:creationId xmlns:p14="http://schemas.microsoft.com/office/powerpoint/2010/main" val="3255179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8575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417609" y="2106296"/>
            <a:ext cx="8726391" cy="4253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OWASP Web Application Security resources.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Halfond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Viegas, and A. Orso,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Classification of SQL-Injection Attacks and Countermeasures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Howard and D. LeBlanc,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Secure Code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Microsoft Press.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Anley,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SQL Injection in SQL Server Applications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technical security research.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Scarfone and P. Mell,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to Intrusion Detection and Prevention Systems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NIST.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Machine Learning-based Web Attack Detection.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SQL Injection Detection using Deep Learning. 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DL ppt</Template>
  <TotalTime>38</TotalTime>
  <Words>1202</Words>
  <Application>Microsoft Office PowerPoint</Application>
  <PresentationFormat>On-screen Show (4:3)</PresentationFormat>
  <Paragraphs>320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宋体</vt:lpstr>
      <vt:lpstr>Arial</vt:lpstr>
      <vt:lpstr>AvantGarde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 </vt:lpstr>
      <vt:lpstr>AIM AND OBJECTIVE</vt:lpstr>
      <vt:lpstr>Introduction</vt:lpstr>
      <vt:lpstr>Literature Survey</vt:lpstr>
      <vt:lpstr>Problem Statement</vt:lpstr>
      <vt:lpstr>EXISTING SYSTEM</vt:lpstr>
      <vt:lpstr>Input </vt:lpstr>
      <vt:lpstr>OutCome </vt:lpstr>
      <vt:lpstr>PowerPoint Presentation</vt:lpstr>
      <vt:lpstr>Sustainable Development Goal (SDG) Implementation</vt:lpstr>
      <vt:lpstr>PROPOSED METHODOLOGY AND ALGORITHM </vt:lpstr>
      <vt:lpstr>MODULE 1: DATASET COLLECTION &amp; PREPARATION</vt:lpstr>
      <vt:lpstr>MODULE 1: DATASET COLLECTION &amp; PREPARATION</vt:lpstr>
      <vt:lpstr>MODULE 2: IMAGE PREPROCESSING &amp; AUGMENTATION</vt:lpstr>
      <vt:lpstr>MODULE 2: IMAGE PREPROCESSING &amp; AUGMENTATION</vt:lpstr>
      <vt:lpstr>MODULE 3: TRANSFER LEARNING MODEL DEVELOPMENT</vt:lpstr>
      <vt:lpstr>MODULE 3: TRANSFER LEARNING MODEL DEVELOPMENT</vt:lpstr>
      <vt:lpstr>MODULE 4: REAL-TIME FIRE &amp; SMOKE DETECTION</vt:lpstr>
      <vt:lpstr>MODULE 4: REAL-TIME FIRE &amp; SMOKE DETECTION</vt:lpstr>
      <vt:lpstr>MODULE 5: ALERT SYSTEM &amp; PERFORMANCE EVALUATION</vt:lpstr>
      <vt:lpstr>MODULE 5: ALERT SYSTEM &amp; PERFORMANCE EVALUATION</vt:lpstr>
      <vt:lpstr>Code </vt:lpstr>
      <vt:lpstr>Demo page </vt:lpstr>
      <vt:lpstr>FUTURE ENHANCEMENTS</vt:lpstr>
      <vt:lpstr>LIMITATIONS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sham</dc:creator>
  <cp:lastModifiedBy>s sham</cp:lastModifiedBy>
  <cp:revision>1</cp:revision>
  <dcterms:created xsi:type="dcterms:W3CDTF">2026-09-03T12:14:50Z</dcterms:created>
  <dcterms:modified xsi:type="dcterms:W3CDTF">2026-09-03T12:53:09Z</dcterms:modified>
</cp:coreProperties>
</file>